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9"/>
  </p:notesMasterIdLst>
  <p:sldIdLst>
    <p:sldId id="256" r:id="rId2"/>
    <p:sldId id="286" r:id="rId3"/>
    <p:sldId id="257" r:id="rId4"/>
    <p:sldId id="287" r:id="rId5"/>
    <p:sldId id="288" r:id="rId6"/>
    <p:sldId id="289" r:id="rId7"/>
    <p:sldId id="311" r:id="rId8"/>
    <p:sldId id="312" r:id="rId9"/>
    <p:sldId id="290" r:id="rId10"/>
    <p:sldId id="309" r:id="rId11"/>
    <p:sldId id="316" r:id="rId12"/>
    <p:sldId id="315" r:id="rId13"/>
    <p:sldId id="291" r:id="rId14"/>
    <p:sldId id="314" r:id="rId15"/>
    <p:sldId id="307" r:id="rId16"/>
    <p:sldId id="313" r:id="rId17"/>
    <p:sldId id="285" r:id="rId18"/>
  </p:sldIdLst>
  <p:sldSz cx="9144000" cy="5143500" type="screen16x9"/>
  <p:notesSz cx="6858000" cy="9144000"/>
  <p:embeddedFontLst>
    <p:embeddedFont>
      <p:font typeface="Arvo" panose="020B0604020202020204" charset="0"/>
      <p:regular r:id="rId20"/>
      <p:bold r:id="rId21"/>
      <p:italic r:id="rId22"/>
      <p:bold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  <p:embeddedFont>
      <p:font typeface="Roboto Condensed Light" panose="02000000000000000000" pitchFamily="2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5D08E4-4CB9-4A25-91DF-C19B82DA8EF8}">
  <a:tblStyle styleId="{025D08E4-4CB9-4A25-91DF-C19B82DA8E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77" y="7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14548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50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7175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7209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8932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13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2104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2410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3346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208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208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8595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67706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17933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6109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430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657edcabb3_95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657edcabb3_95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8290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uthor/37088382571" TargetMode="External"/><Relationship Id="rId7" Type="http://schemas.openxmlformats.org/officeDocument/2006/relationships/hyperlink" Target="https://ieeexplore.ieee.org/author/3708838112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eeexplore.ieee.org/author/37088382459" TargetMode="External"/><Relationship Id="rId5" Type="http://schemas.openxmlformats.org/officeDocument/2006/relationships/hyperlink" Target="https://ieeexplore.ieee.org/author/37088383946" TargetMode="External"/><Relationship Id="rId4" Type="http://schemas.openxmlformats.org/officeDocument/2006/relationships/hyperlink" Target="https://ieeexplore.ieee.org/author/37088380545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TITLE</a:t>
            </a:r>
            <a:endParaRPr dirty="0"/>
          </a:p>
        </p:txBody>
      </p:sp>
      <p:sp>
        <p:nvSpPr>
          <p:cNvPr id="3" name="Espace réservé du texte 4"/>
          <p:cNvSpPr txBox="1">
            <a:spLocks/>
          </p:cNvSpPr>
          <p:nvPr/>
        </p:nvSpPr>
        <p:spPr>
          <a:xfrm>
            <a:off x="0" y="4095750"/>
            <a:ext cx="3810000" cy="7619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Team Members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 pitchFamily="34" charset="0"/>
              </a:rPr>
              <a:t>Name – Roll No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2020-24 Batch</a:t>
            </a:r>
          </a:p>
        </p:txBody>
      </p:sp>
      <p:sp>
        <p:nvSpPr>
          <p:cNvPr id="5" name="Espace réservé du texte 4"/>
          <p:cNvSpPr txBox="1">
            <a:spLocks/>
          </p:cNvSpPr>
          <p:nvPr/>
        </p:nvSpPr>
        <p:spPr>
          <a:xfrm>
            <a:off x="5257800" y="3943350"/>
            <a:ext cx="3863008" cy="162817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2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Guided By,</a:t>
            </a:r>
          </a:p>
          <a:p>
            <a:endParaRPr lang="en-US" sz="2200" dirty="0">
              <a:solidFill>
                <a:schemeClr val="tx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sz="2200" dirty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Name Designation/CSE</a:t>
            </a:r>
          </a:p>
        </p:txBody>
      </p:sp>
      <p:pic>
        <p:nvPicPr>
          <p:cNvPr id="6" name="Picture 2"/>
          <p:cNvPicPr/>
          <p:nvPr/>
        </p:nvPicPr>
        <p:blipFill>
          <a:blip r:embed="rId3"/>
          <a:stretch/>
        </p:blipFill>
        <p:spPr>
          <a:xfrm>
            <a:off x="0" y="0"/>
            <a:ext cx="3357360" cy="856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274" y="392575"/>
            <a:ext cx="5815125" cy="766200"/>
          </a:xfrm>
        </p:spPr>
        <p:txBody>
          <a:bodyPr/>
          <a:lstStyle/>
          <a:p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CONTENTS – Left alignment – caps </a:t>
            </a:r>
            <a:b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dirty="0">
                <a:latin typeface="Verdana" pitchFamily="34" charset="0"/>
                <a:ea typeface="Verdana" pitchFamily="34" charset="0"/>
                <a:cs typeface="Verdana" pitchFamily="34" charset="0"/>
              </a:rPr>
              <a:t>Font type: Verdana Font Size: 20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274" y="1537988"/>
            <a:ext cx="3605325" cy="3243562"/>
          </a:xfrm>
        </p:spPr>
        <p:txBody>
          <a:bodyPr/>
          <a:lstStyle/>
          <a:p>
            <a:pPr lvl="0"/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Problem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Statement</a:t>
            </a:r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/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Introduction</a:t>
            </a:r>
          </a:p>
          <a:p>
            <a:pPr lvl="0"/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Objective</a:t>
            </a:r>
          </a:p>
          <a:p>
            <a:pPr lvl="0"/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Literature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Survey (~ 8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papers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Requirement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Specification</a:t>
            </a:r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Methodology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(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Your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Proposed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System)</a:t>
            </a:r>
          </a:p>
          <a:p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267200" y="1504950"/>
            <a:ext cx="4114800" cy="2724300"/>
          </a:xfrm>
        </p:spPr>
        <p:txBody>
          <a:bodyPr/>
          <a:lstStyle/>
          <a:p>
            <a:pPr lvl="0"/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System Design (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Proposed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System)</a:t>
            </a:r>
          </a:p>
          <a:p>
            <a:pPr lvl="0"/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Work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Plan/Gantt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Chart</a:t>
            </a:r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/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Module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Implementation</a:t>
            </a:r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/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Screenshots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(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Results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pPr lvl="0"/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Social Impact (Applications of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project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)</a:t>
            </a:r>
          </a:p>
          <a:p>
            <a:pPr lvl="0"/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References</a:t>
            </a:r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/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Conference</a:t>
            </a:r>
            <a:r>
              <a:rPr lang="fr-FR" dirty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  <a:r>
              <a:rPr lang="fr-FR" dirty="0" err="1">
                <a:latin typeface="Verdana" pitchFamily="34" charset="0"/>
                <a:ea typeface="Verdana" pitchFamily="34" charset="0"/>
                <a:cs typeface="Verdana" pitchFamily="34" charset="0"/>
              </a:rPr>
              <a:t>Details</a:t>
            </a:r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/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lvl="0"/>
            <a:endParaRPr lang="fr-FR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95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  <a:cs typeface="Verdana" pitchFamily="34" charset="0"/>
              </a:rPr>
              <a:t>Problem Statement</a:t>
            </a:r>
            <a:endParaRPr sz="2800" dirty="0"/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marL="457200" indent="-3556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r>
              <a:rPr lang="en-US" sz="2000" b="0" strike="noStrike" spc="-1" dirty="0">
                <a:solidFill>
                  <a:srgbClr val="263248"/>
                </a:solidFill>
                <a:latin typeface="Verdana"/>
                <a:ea typeface="Verdana"/>
              </a:rPr>
              <a:t>Addressing Challenges of Limb Loss</a:t>
            </a:r>
          </a:p>
          <a:p>
            <a:pPr marL="457200" indent="-3556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lang="en-US" sz="2000" b="0" strike="noStrike" spc="-1" dirty="0">
              <a:solidFill>
                <a:srgbClr val="263248"/>
              </a:solidFill>
              <a:latin typeface="Verdana"/>
              <a:ea typeface="Verdana"/>
            </a:endParaRPr>
          </a:p>
          <a:p>
            <a:pPr indent="-355680">
              <a:spcBef>
                <a:spcPts val="601"/>
              </a:spcBef>
              <a:buClr>
                <a:srgbClr val="C7D3E6"/>
              </a:buClr>
            </a:pPr>
            <a:r>
              <a:rPr lang="en-US" sz="2000" b="0" strike="noStrike" spc="-1" dirty="0">
                <a:solidFill>
                  <a:srgbClr val="263248"/>
                </a:solidFill>
                <a:latin typeface="Verdana"/>
                <a:ea typeface="Verdana"/>
              </a:rPr>
              <a:t>Enhancing User Independence and Functionality</a:t>
            </a:r>
          </a:p>
          <a:p>
            <a:pPr indent="-355680">
              <a:spcBef>
                <a:spcPts val="601"/>
              </a:spcBef>
              <a:buClr>
                <a:srgbClr val="C7D3E6"/>
              </a:buClr>
            </a:pPr>
            <a:endParaRPr lang="en-US" sz="2000" b="0" strike="noStrike" spc="-1" dirty="0">
              <a:solidFill>
                <a:srgbClr val="263248"/>
              </a:solidFill>
              <a:latin typeface="Verdana"/>
              <a:ea typeface="Verdana"/>
            </a:endParaRPr>
          </a:p>
          <a:p>
            <a:pPr indent="-355680">
              <a:spcBef>
                <a:spcPts val="601"/>
              </a:spcBef>
              <a:buClr>
                <a:srgbClr val="C7D3E6"/>
              </a:buClr>
            </a:pPr>
            <a:r>
              <a:rPr lang="en-US" spc="-1" dirty="0">
                <a:solidFill>
                  <a:srgbClr val="263248"/>
                </a:solidFill>
                <a:latin typeface="Verdana"/>
                <a:ea typeface="Verdana"/>
              </a:rPr>
              <a:t>Can’t use hands in some environment (industrial Use)</a:t>
            </a:r>
          </a:p>
          <a:p>
            <a:pPr indent="-355680">
              <a:spcBef>
                <a:spcPts val="601"/>
              </a:spcBef>
              <a:buClr>
                <a:srgbClr val="C7D3E6"/>
              </a:buClr>
            </a:pPr>
            <a:endParaRPr lang="en-US" spc="-1" dirty="0">
              <a:solidFill>
                <a:srgbClr val="263248"/>
              </a:solidFill>
              <a:latin typeface="Verdana"/>
              <a:ea typeface="Verdana"/>
            </a:endParaRPr>
          </a:p>
          <a:p>
            <a:pPr indent="-355680">
              <a:spcBef>
                <a:spcPts val="601"/>
              </a:spcBef>
              <a:buClr>
                <a:srgbClr val="C7D3E6"/>
              </a:buClr>
            </a:pPr>
            <a:r>
              <a:rPr lang="en-US" spc="-1" dirty="0">
                <a:solidFill>
                  <a:srgbClr val="263248"/>
                </a:solidFill>
                <a:latin typeface="Verdana"/>
                <a:ea typeface="Verdana"/>
              </a:rPr>
              <a:t> </a:t>
            </a:r>
            <a:endParaRPr lang="en-US" sz="2000" b="0" strike="noStrike" spc="-1" dirty="0">
              <a:solidFill>
                <a:srgbClr val="263248"/>
              </a:solidFill>
              <a:latin typeface="Verdana"/>
              <a:ea typeface="Verdana"/>
            </a:endParaRPr>
          </a:p>
          <a:p>
            <a:pPr marL="457200" indent="-3556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lang="en-US" sz="2000" b="0" strike="noStrike" spc="-1" dirty="0">
              <a:solidFill>
                <a:srgbClr val="263248"/>
              </a:solidFill>
              <a:latin typeface="Verdana"/>
              <a:ea typeface="Verdana"/>
            </a:endParaRPr>
          </a:p>
          <a:p>
            <a:pPr marL="457200" indent="-355680">
              <a:lnSpc>
                <a:spcPct val="100000"/>
              </a:lnSpc>
              <a:spcBef>
                <a:spcPts val="601"/>
              </a:spcBef>
              <a:buClr>
                <a:srgbClr val="C7D3E6"/>
              </a:buClr>
              <a:buFont typeface="Roboto Condensed Light"/>
              <a:buChar char="▰"/>
            </a:pPr>
            <a:endParaRPr lang="en-US" sz="2000" b="0" strike="noStrike" spc="-1" dirty="0">
              <a:solidFill>
                <a:srgbClr val="263248"/>
              </a:solidFill>
              <a:latin typeface="Verdana"/>
              <a:ea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Base Paper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Title: Development of EMG based Prosthetic </a:t>
            </a:r>
            <a:r>
              <a:rPr lang="en-US" dirty="0" err="1">
                <a:latin typeface="Verdana" pitchFamily="34" charset="0"/>
                <a:ea typeface="Verdana" pitchFamily="34" charset="0"/>
              </a:rPr>
              <a:t>Ar</a:t>
            </a:r>
            <a:r>
              <a:rPr lang="en-US" dirty="0">
                <a:latin typeface="Verdana" pitchFamily="34" charset="0"/>
                <a:ea typeface="Verdana" pitchFamily="34" charset="0"/>
              </a:rPr>
              <a:t>,</a:t>
            </a:r>
            <a:r>
              <a:rPr lang="en-IN" sz="1600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3"/>
              </a:rPr>
              <a:t>Ashik Ali </a:t>
            </a:r>
            <a:r>
              <a:rPr lang="en-IN" sz="1600" b="0" i="0" u="none" strike="noStrike" dirty="0" err="1">
                <a:solidFill>
                  <a:srgbClr val="006699"/>
                </a:solidFill>
                <a:effectLst/>
                <a:latin typeface="HelveticaNeue Regular"/>
                <a:hlinkClick r:id="rId3"/>
              </a:rPr>
              <a:t>Abdhul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HelveticaNeue Regular"/>
              </a:rPr>
              <a:t>; </a:t>
            </a:r>
            <a:r>
              <a:rPr lang="en-IN" sz="1600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4"/>
              </a:rPr>
              <a:t>Deepika Subramani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HelveticaNeue Regular"/>
              </a:rPr>
              <a:t>; </a:t>
            </a:r>
            <a:r>
              <a:rPr lang="en-IN" sz="1600" b="0" i="0" u="none" strike="noStrike" dirty="0" err="1">
                <a:solidFill>
                  <a:srgbClr val="006699"/>
                </a:solidFill>
                <a:effectLst/>
                <a:latin typeface="HelveticaNeue Regular"/>
                <a:hlinkClick r:id="rId5"/>
              </a:rPr>
              <a:t>Janarthanan</a:t>
            </a:r>
            <a:r>
              <a:rPr lang="en-IN" sz="1600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5"/>
              </a:rPr>
              <a:t> Ganesan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HelveticaNeue Regular"/>
              </a:rPr>
              <a:t>; </a:t>
            </a:r>
            <a:r>
              <a:rPr lang="en-IN" sz="1600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6"/>
              </a:rPr>
              <a:t>Sadhana Subramaniam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HelveticaNeue Regular"/>
              </a:rPr>
              <a:t>; </a:t>
            </a:r>
            <a:r>
              <a:rPr lang="en-IN" sz="1600" b="0" i="0" u="none" strike="noStrike" dirty="0">
                <a:solidFill>
                  <a:srgbClr val="006699"/>
                </a:solidFill>
                <a:effectLst/>
                <a:latin typeface="HelveticaNeue Regular"/>
                <a:hlinkClick r:id="rId7"/>
              </a:rPr>
              <a:t>K.G. Dharani</a:t>
            </a:r>
            <a:endParaRPr lang="en-US" sz="1600" dirty="0">
              <a:latin typeface="Verdana" pitchFamily="34" charset="0"/>
              <a:ea typeface="Verdana" pitchFamily="34" charset="0"/>
            </a:endParaRP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Methodology: EMG based Prosthetic Technologies</a:t>
            </a: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Limitation: EMG signals captured from muscles have limited resolution, potentially leading to challenges in precisely interpreting fine motor movements or capturing subtle gestures.</a:t>
            </a:r>
          </a:p>
        </p:txBody>
      </p:sp>
    </p:spTree>
    <p:extLst>
      <p:ext uri="{BB962C8B-B14F-4D97-AF65-F5344CB8AC3E}">
        <p14:creationId xmlns:p14="http://schemas.microsoft.com/office/powerpoint/2010/main" val="2627976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Introduction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Introduction to </a:t>
            </a: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the techniques/concepts </a:t>
            </a:r>
            <a:r>
              <a:rPr lang="en-US" dirty="0">
                <a:latin typeface="Verdana" pitchFamily="34" charset="0"/>
                <a:ea typeface="Verdana" pitchFamily="34" charset="0"/>
              </a:rPr>
              <a:t>used in your project</a:t>
            </a: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For industrial use we have used AI technology to get input from the user . They are used to control the arm of the bot.</a:t>
            </a:r>
          </a:p>
          <a:p>
            <a:r>
              <a:rPr lang="en-US" dirty="0" err="1">
                <a:latin typeface="Verdana" pitchFamily="34" charset="0"/>
                <a:ea typeface="Verdana" pitchFamily="34" charset="0"/>
              </a:rPr>
              <a:t>Exg</a:t>
            </a:r>
            <a:r>
              <a:rPr lang="en-US" dirty="0">
                <a:latin typeface="Verdana" pitchFamily="34" charset="0"/>
                <a:ea typeface="Verdana" pitchFamily="34" charset="0"/>
              </a:rPr>
              <a:t> pills are used to get signals from body to access </a:t>
            </a:r>
          </a:p>
        </p:txBody>
      </p:sp>
    </p:spTree>
    <p:extLst>
      <p:ext uri="{BB962C8B-B14F-4D97-AF65-F5344CB8AC3E}">
        <p14:creationId xmlns:p14="http://schemas.microsoft.com/office/powerpoint/2010/main" val="344271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Objective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Should be in </a:t>
            </a: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bulletins / Starts with verb</a:t>
            </a:r>
          </a:p>
          <a:p>
            <a:endParaRPr lang="en-US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71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Literature Survey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Title:</a:t>
            </a: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Methodology</a:t>
            </a: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Advantage/Limitation</a:t>
            </a:r>
          </a:p>
        </p:txBody>
      </p:sp>
    </p:spTree>
    <p:extLst>
      <p:ext uri="{BB962C8B-B14F-4D97-AF65-F5344CB8AC3E}">
        <p14:creationId xmlns:p14="http://schemas.microsoft.com/office/powerpoint/2010/main" val="95922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Literature Survey - Example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fontAlgn="base"/>
            <a:r>
              <a:rPr lang="en-US" b="1" dirty="0">
                <a:latin typeface="Verdana" pitchFamily="34" charset="0"/>
                <a:ea typeface="Verdana" pitchFamily="34" charset="0"/>
              </a:rPr>
              <a:t>Title  </a:t>
            </a:r>
            <a:r>
              <a:rPr lang="en-US" dirty="0">
                <a:latin typeface="Verdana" pitchFamily="34" charset="0"/>
                <a:ea typeface="Verdana" pitchFamily="34" charset="0"/>
              </a:rPr>
              <a:t>: A Smart Bus Tracking System Based on Location- Aware Services and QR Codes​</a:t>
            </a:r>
          </a:p>
          <a:p>
            <a:pPr marL="101600" indent="0" fontAlgn="base">
              <a:buNone/>
            </a:pPr>
            <a:endParaRPr lang="en-US" dirty="0">
              <a:latin typeface="Verdana" pitchFamily="34" charset="0"/>
              <a:ea typeface="Verdana" pitchFamily="34" charset="0"/>
            </a:endParaRPr>
          </a:p>
          <a:p>
            <a:pPr fontAlgn="base"/>
            <a:r>
              <a:rPr lang="en-US" b="1" dirty="0">
                <a:latin typeface="Verdana" pitchFamily="34" charset="0"/>
                <a:ea typeface="Verdana" pitchFamily="34" charset="0"/>
              </a:rPr>
              <a:t>Methodology  :  </a:t>
            </a:r>
            <a:r>
              <a:rPr lang="en-US" dirty="0">
                <a:latin typeface="Verdana" pitchFamily="34" charset="0"/>
                <a:ea typeface="Verdana" pitchFamily="34" charset="0"/>
              </a:rPr>
              <a:t>Any passenger with a smart phone with the QR code reader can scan QR codes placed at bus stops to view estimated bus arrival times.​</a:t>
            </a:r>
          </a:p>
          <a:p>
            <a:pPr marL="101600" indent="0" fontAlgn="base">
              <a:buNone/>
            </a:pPr>
            <a:endParaRPr lang="en-US" dirty="0">
              <a:latin typeface="Verdana" pitchFamily="34" charset="0"/>
              <a:ea typeface="Verdana" pitchFamily="34" charset="0"/>
            </a:endParaRPr>
          </a:p>
          <a:p>
            <a:pPr fontAlgn="base"/>
            <a:r>
              <a:rPr lang="en-US" b="1" dirty="0">
                <a:latin typeface="Verdana" pitchFamily="34" charset="0"/>
                <a:ea typeface="Verdana" pitchFamily="34" charset="0"/>
              </a:rPr>
              <a:t>Advantage / Limitation  :  </a:t>
            </a:r>
            <a:r>
              <a:rPr lang="en-US" dirty="0">
                <a:latin typeface="Verdana" pitchFamily="34" charset="0"/>
                <a:ea typeface="Verdana" pitchFamily="34" charset="0"/>
              </a:rPr>
              <a:t>It is easily extended with future technologies according to users’ needs.​</a:t>
            </a:r>
          </a:p>
        </p:txBody>
      </p:sp>
    </p:spTree>
    <p:extLst>
      <p:ext uri="{BB962C8B-B14F-4D97-AF65-F5344CB8AC3E}">
        <p14:creationId xmlns:p14="http://schemas.microsoft.com/office/powerpoint/2010/main" val="2774059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>
                <a:latin typeface="Verdana" pitchFamily="34" charset="0"/>
                <a:ea typeface="Verdana" pitchFamily="34" charset="0"/>
              </a:rPr>
              <a:t>Requirement Specification</a:t>
            </a:r>
            <a:endParaRPr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Specify the software, hardware requirements and Dataset specification</a:t>
            </a:r>
            <a:endParaRPr lang="en-US" dirty="0">
              <a:solidFill>
                <a:srgbClr val="C00000"/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713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System Design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fontAlgn="base"/>
            <a:r>
              <a:rPr lang="en-US" dirty="0">
                <a:latin typeface="Verdana" pitchFamily="34" charset="0"/>
                <a:ea typeface="Verdana" pitchFamily="34" charset="0"/>
              </a:rPr>
              <a:t>Neat depiction of overall system design​</a:t>
            </a:r>
          </a:p>
        </p:txBody>
      </p:sp>
    </p:spTree>
    <p:extLst>
      <p:ext uri="{BB962C8B-B14F-4D97-AF65-F5344CB8AC3E}">
        <p14:creationId xmlns:p14="http://schemas.microsoft.com/office/powerpoint/2010/main" val="7965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Work Plan /Gantt Chart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fontAlgn="base"/>
            <a:r>
              <a:rPr lang="en-US" dirty="0" err="1">
                <a:latin typeface="Verdana" pitchFamily="34" charset="0"/>
                <a:ea typeface="Verdana" pitchFamily="34" charset="0"/>
              </a:rPr>
              <a:t>Workplan</a:t>
            </a:r>
            <a:r>
              <a:rPr lang="en-US" dirty="0">
                <a:latin typeface="Verdana" pitchFamily="34" charset="0"/>
                <a:ea typeface="Verdana" pitchFamily="34" charset="0"/>
              </a:rPr>
              <a:t> for the project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7965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Module Implementation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pPr fontAlgn="base"/>
            <a:r>
              <a:rPr lang="en-US" dirty="0">
                <a:latin typeface="Verdana" pitchFamily="34" charset="0"/>
                <a:ea typeface="Verdana" pitchFamily="34" charset="0"/>
              </a:rPr>
              <a:t>Specify the modules ​</a:t>
            </a:r>
          </a:p>
        </p:txBody>
      </p:sp>
    </p:spTree>
    <p:extLst>
      <p:ext uri="{BB962C8B-B14F-4D97-AF65-F5344CB8AC3E}">
        <p14:creationId xmlns:p14="http://schemas.microsoft.com/office/powerpoint/2010/main" val="7965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Screenshots/Results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Display the output of your project</a:t>
            </a:r>
          </a:p>
        </p:txBody>
      </p:sp>
    </p:spTree>
    <p:extLst>
      <p:ext uri="{BB962C8B-B14F-4D97-AF65-F5344CB8AC3E}">
        <p14:creationId xmlns:p14="http://schemas.microsoft.com/office/powerpoint/2010/main" val="344271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Social Impact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Should be in </a:t>
            </a: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bulletins</a:t>
            </a: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List the applications of this project in various domains</a:t>
            </a:r>
          </a:p>
        </p:txBody>
      </p:sp>
    </p:spTree>
    <p:extLst>
      <p:ext uri="{BB962C8B-B14F-4D97-AF65-F5344CB8AC3E}">
        <p14:creationId xmlns:p14="http://schemas.microsoft.com/office/powerpoint/2010/main" val="3442713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References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latin typeface="Verdana" pitchFamily="34" charset="0"/>
                <a:ea typeface="Verdana" pitchFamily="34" charset="0"/>
              </a:rPr>
              <a:t>References of your project</a:t>
            </a:r>
          </a:p>
          <a:p>
            <a:r>
              <a:rPr lang="en-US" dirty="0">
                <a:latin typeface="Verdana" pitchFamily="34" charset="0"/>
                <a:ea typeface="Verdana" pitchFamily="34" charset="0"/>
              </a:rPr>
              <a:t>Format – Author name (Publishing Year), Title, Journal name, Volume No Issue No, Page No</a:t>
            </a:r>
          </a:p>
          <a:p>
            <a:r>
              <a:rPr lang="en-IN" dirty="0" err="1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Aliac</a:t>
            </a:r>
            <a:r>
              <a:rPr lang="en-IN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 C. J. G. and </a:t>
            </a:r>
            <a:r>
              <a:rPr lang="en-IN" dirty="0" err="1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Maravillas</a:t>
            </a:r>
            <a:r>
              <a:rPr lang="en-IN" dirty="0">
                <a:solidFill>
                  <a:srgbClr val="FF0000"/>
                </a:solidFill>
                <a:latin typeface="Verdana" pitchFamily="34" charset="0"/>
                <a:ea typeface="Verdana" pitchFamily="34" charset="0"/>
              </a:rPr>
              <a:t> E. (2018) ‘ IOT Hydroponics Management System ’ , IEEE 10th International Conference on Humanoid, Nanotechnology, Information Technology, Communication and Control, Environment and Management (HNICEM) , pp. 1-5</a:t>
            </a:r>
            <a:endParaRPr lang="en-US" dirty="0">
              <a:solidFill>
                <a:srgbClr val="FF0000"/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857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>
                <a:latin typeface="Verdana" pitchFamily="34" charset="0"/>
                <a:ea typeface="Verdana" pitchFamily="34" charset="0"/>
              </a:rPr>
              <a:t>Conference Details</a:t>
            </a:r>
            <a:endParaRPr sz="28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sp>
        <p:nvSpPr>
          <p:cNvPr id="25" name="Content Placeholder 2"/>
          <p:cNvSpPr txBox="1">
            <a:spLocks/>
          </p:cNvSpPr>
          <p:nvPr/>
        </p:nvSpPr>
        <p:spPr>
          <a:xfrm>
            <a:off x="293683" y="1381991"/>
            <a:ext cx="8621717" cy="351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▰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000"/>
              <a:buFont typeface="Roboto Condensed Light"/>
              <a:buChar char="▻"/>
              <a:defRPr sz="20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Conference Name</a:t>
            </a:r>
          </a:p>
          <a:p>
            <a:r>
              <a:rPr lang="en-US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Host College </a:t>
            </a:r>
            <a:r>
              <a:rPr lang="en-US" dirty="0">
                <a:solidFill>
                  <a:srgbClr val="C00000"/>
                </a:solidFill>
                <a:latin typeface="Verdana" pitchFamily="34" charset="0"/>
                <a:ea typeface="Verdana" pitchFamily="34" charset="0"/>
              </a:rPr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784263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40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1800" b="1"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449</Words>
  <Application>Microsoft Office PowerPoint</Application>
  <PresentationFormat>On-screen Show (16:9)</PresentationFormat>
  <Paragraphs>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Roboto Condensed</vt:lpstr>
      <vt:lpstr>Arvo</vt:lpstr>
      <vt:lpstr>Verdana</vt:lpstr>
      <vt:lpstr>Arial</vt:lpstr>
      <vt:lpstr>Roboto Condensed Light</vt:lpstr>
      <vt:lpstr>Montserrat</vt:lpstr>
      <vt:lpstr>HelveticaNeue Regular</vt:lpstr>
      <vt:lpstr>Salerio template</vt:lpstr>
      <vt:lpstr>PROJECT TITLE</vt:lpstr>
      <vt:lpstr>CONTENTS – Left alignment – caps  Font type: Verdana Font Size: 20</vt:lpstr>
      <vt:lpstr>Problem Statement</vt:lpstr>
      <vt:lpstr>Base Paper</vt:lpstr>
      <vt:lpstr>Introduction</vt:lpstr>
      <vt:lpstr>Objective</vt:lpstr>
      <vt:lpstr>Literature Survey</vt:lpstr>
      <vt:lpstr>Literature Survey - Example</vt:lpstr>
      <vt:lpstr>Requirement Specification</vt:lpstr>
      <vt:lpstr>System Design</vt:lpstr>
      <vt:lpstr>Work Plan /Gantt Chart</vt:lpstr>
      <vt:lpstr>Module Implementation</vt:lpstr>
      <vt:lpstr>Screenshots/Results</vt:lpstr>
      <vt:lpstr>Social Impact</vt:lpstr>
      <vt:lpstr>References</vt:lpstr>
      <vt:lpstr>Conference Details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janani.s</dc:creator>
  <cp:lastModifiedBy>919894463310</cp:lastModifiedBy>
  <cp:revision>27</cp:revision>
  <dcterms:modified xsi:type="dcterms:W3CDTF">2024-03-24T11:55:54Z</dcterms:modified>
</cp:coreProperties>
</file>